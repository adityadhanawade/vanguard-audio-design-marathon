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CONCEPT &amp; INSPIRATION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Vanguard Audio sits between two ideas that don't usually share a shelf: the cold precision of machined metal, and the warmth of a driver tuned by ear.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identity around Symbol B, a dial that reads as both a listening control and a target. Tuning is aim.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846320"/>
            <a:ext cx="502920" cy="502920"/>
          </a:xfrm>
          <a:prstGeom prst="rect">
            <a:avLst/>
          </a:prstGeom>
          <a:solidFill>
            <a:srgbClr val="141312"/>
          </a:solidFill>
          <a:ln w="9525">
            <a:solidFill>
              <a:srgbClr val="8C87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4846320"/>
            <a:ext cx="502920" cy="502920"/>
          </a:xfrm>
          <a:prstGeom prst="rect">
            <a:avLst/>
          </a:prstGeom>
          <a:solidFill>
            <a:srgbClr val="2B2926"/>
          </a:solidFill>
          <a:ln/>
        </p:spPr>
      </p:sp>
      <p:sp>
        <p:nvSpPr>
          <p:cNvPr id="6" name="Shape 4"/>
          <p:cNvSpPr/>
          <p:nvPr/>
        </p:nvSpPr>
        <p:spPr>
          <a:xfrm>
            <a:off x="1591056" y="4846320"/>
            <a:ext cx="502920" cy="502920"/>
          </a:xfrm>
          <a:prstGeom prst="rect">
            <a:avLst/>
          </a:prstGeom>
          <a:solidFill>
            <a:srgbClr val="C4A36D"/>
          </a:solidFill>
          <a:ln/>
        </p:spPr>
      </p:sp>
      <p:sp>
        <p:nvSpPr>
          <p:cNvPr id="7" name="Shape 5"/>
          <p:cNvSpPr/>
          <p:nvPr/>
        </p:nvSpPr>
        <p:spPr>
          <a:xfrm>
            <a:off x="2157984" y="4846320"/>
            <a:ext cx="502920" cy="502920"/>
          </a:xfrm>
          <a:prstGeom prst="rect">
            <a:avLst/>
          </a:prstGeom>
          <a:solidFill>
            <a:srgbClr val="8C8779"/>
          </a:solidFill>
          <a:ln/>
        </p:spPr>
      </p:sp>
      <p:sp>
        <p:nvSpPr>
          <p:cNvPr id="8" name="Shape 6"/>
          <p:cNvSpPr/>
          <p:nvPr/>
        </p:nvSpPr>
        <p:spPr>
          <a:xfrm>
            <a:off x="2724912" y="4846320"/>
            <a:ext cx="502920" cy="50292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8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— MACHINED MINIMALISM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875520" y="4846320"/>
            <a:ext cx="1280160" cy="1280160"/>
          </a:xfrm>
          <a:prstGeom prst="ellipse">
            <a:avLst/>
          </a:prstGeom>
          <a:ln w="19050">
            <a:solidFill>
              <a:srgbClr val="C4A3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18750" y="5089550"/>
            <a:ext cx="793699" cy="793699"/>
          </a:xfrm>
          <a:prstGeom prst="ellipse">
            <a:avLst/>
          </a:prstGeom>
          <a:ln w="12700">
            <a:solidFill>
              <a:srgbClr val="8C87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0386" y="5371186"/>
            <a:ext cx="230429" cy="230429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5074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BRAND IDENTITY RATIONALE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" cy="256032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 carries the structure, JetBrains Mono carries the specs, the same split the product itself makes between industrial design and precision engineering.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256032" cy="256032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2084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91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 and Char form the base. Brass is the only accent. One accent color forces restraint instead of decoration.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256032" cy="256032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862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B repeats at every scale, from the app icon down to the earcup engraving, so the mark never has to be reinvented per surface.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429000"/>
            <a:ext cx="256032" cy="256032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8862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stays dark and minimal so it reads as a technical instrument case, not a retail gadget box.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UI/UX &amp; RETAIL APPROACH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56032" cy="256032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Hero-first, one CTA, spec strip directly under the fold so a visitor knows what this is within seconds.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256032" cy="256032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CRAFT PAGE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driver cross-section is treated like an exhibit label, not a spec sheet.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256032" cy="256032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091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earcup engraving was chosen over a retail booth because it puts the brand mark on the product itself, not just around 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DELIVERABLES OVERVIEW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619756" y="1417320"/>
            <a:ext cx="2103120" cy="2103120"/>
          </a:xfrm>
          <a:prstGeom prst="rect">
            <a:avLst/>
          </a:prstGeom>
          <a:solidFill>
            <a:srgbClr val="2B2926"/>
          </a:solidFill>
          <a:ln w="9525">
            <a:solidFill>
              <a:srgbClr val="8C8779"/>
            </a:solidFill>
            <a:prstDash val="solid"/>
          </a:ln>
        </p:spPr>
      </p:sp>
      <p:pic>
        <p:nvPicPr>
          <p:cNvPr id="4" name="Image 0" descr="assets/thumb_style_gui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19756" y="141732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19756" y="35753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STYLE GUIDE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42916" y="1417320"/>
            <a:ext cx="2103120" cy="2103120"/>
          </a:xfrm>
          <a:prstGeom prst="rect">
            <a:avLst/>
          </a:prstGeom>
          <a:solidFill>
            <a:srgbClr val="2B2926"/>
          </a:solidFill>
          <a:ln w="9525">
            <a:solidFill>
              <a:srgbClr val="8C8779"/>
            </a:solidFill>
            <a:prstDash val="solid"/>
          </a:ln>
        </p:spPr>
      </p:sp>
      <p:pic>
        <p:nvPicPr>
          <p:cNvPr id="7" name="Image 1" descr="assets/thumb_packag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2916" y="1417320"/>
            <a:ext cx="2103120" cy="2103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42916" y="35753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MERCH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466076" y="1417320"/>
            <a:ext cx="2103120" cy="2103120"/>
          </a:xfrm>
          <a:prstGeom prst="rect">
            <a:avLst/>
          </a:prstGeom>
          <a:solidFill>
            <a:srgbClr val="2B2926"/>
          </a:solidFill>
          <a:ln w="9525">
            <a:solidFill>
              <a:srgbClr val="8C8779"/>
            </a:solidFill>
            <a:prstDash val="solid"/>
          </a:ln>
        </p:spPr>
      </p:sp>
      <p:pic>
        <p:nvPicPr>
          <p:cNvPr id="10" name="Image 2" descr="assets/thumb_digital_u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66076" y="1417320"/>
            <a:ext cx="2103120" cy="2103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66076" y="35753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UI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831336" y="4133088"/>
            <a:ext cx="2103120" cy="2103120"/>
          </a:xfrm>
          <a:prstGeom prst="rect">
            <a:avLst/>
          </a:prstGeom>
          <a:solidFill>
            <a:srgbClr val="2B2926"/>
          </a:solidFill>
          <a:ln w="9525">
            <a:solidFill>
              <a:srgbClr val="8C8779"/>
            </a:solidFill>
            <a:prstDash val="solid"/>
          </a:ln>
        </p:spPr>
      </p:sp>
      <p:pic>
        <p:nvPicPr>
          <p:cNvPr id="13" name="Image 3" descr="assets/thumb_collater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31336" y="4133088"/>
            <a:ext cx="2103120" cy="21031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31336" y="6291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EARCUP PATTERN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6254496" y="4133088"/>
            <a:ext cx="2103120" cy="2103120"/>
          </a:xfrm>
          <a:prstGeom prst="rect">
            <a:avLst/>
          </a:prstGeom>
          <a:solidFill>
            <a:srgbClr val="2B2926"/>
          </a:solidFill>
          <a:ln w="9525">
            <a:solidFill>
              <a:srgbClr val="8C8779"/>
            </a:solidFill>
            <a:prstDash val="solid"/>
          </a:ln>
        </p:spPr>
      </p:sp>
      <p:pic>
        <p:nvPicPr>
          <p:cNvPr id="16" name="Image 4" descr="assets/thumb_poster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54496" y="4133088"/>
            <a:ext cx="2103120" cy="21031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54496" y="6291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POSTER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TEAM &amp; ROLE DISTRIBUTION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C8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Aditya Dhanawade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avdhanawade94@gmail.com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C8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CONTRIBUTOR — ALL DELIVERABLES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01168" cy="201168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474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system, color palette, typography, brand strategy — the full style guide.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154680"/>
            <a:ext cx="201168" cy="201168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37560" y="3474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MERCH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front design and apparel colorways.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201168" cy="201168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3474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UI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and Acoustic Craft page.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3154680"/>
            <a:ext cx="201168" cy="201168"/>
          </a:xfrm>
          <a:prstGeom prst="ellipse">
            <a:avLst/>
          </a:prstGeom>
          <a:solidFill>
            <a:srgbClr val="C4A36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98280" y="3474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4A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COLLATERAL &amp; POSTER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Earcup engraving pattern and the Sound Sanctuary campaign poster.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 Presentation</dc:title>
  <dc:subject>Vanguard Audio — Design Marathon</dc:subject>
  <dc:creator>Aditya Dhanawade</dc:creator>
  <cp:lastModifiedBy>Aditya Dhanawade</cp:lastModifiedBy>
  <cp:revision>1</cp:revision>
  <dcterms:created xsi:type="dcterms:W3CDTF">2026-09-13T07:21:01Z</dcterms:created>
  <dcterms:modified xsi:type="dcterms:W3CDTF">2026-09-13T07:21:01Z</dcterms:modified>
</cp:coreProperties>
</file>